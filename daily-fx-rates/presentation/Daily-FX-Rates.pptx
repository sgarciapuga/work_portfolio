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Montserrat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oppins Italic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atastudio.google.com/s/sC5tlwXPGVI" TargetMode="External" Type="http://schemas.openxmlformats.org/officeDocument/2006/relationships/hyperlink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048000"/>
            <a:ext cx="13335000" cy="138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500"/>
              </a:lnSpc>
              <a:spcBef>
                <a:spcPct val="0"/>
              </a:spcBef>
            </a:pPr>
            <a:r>
              <a:rPr lang="en-US" b="true" sz="10000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Daily FX Rates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4610100"/>
            <a:ext cx="13335000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pc="224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From a public FX rates source to a live report, with no manual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086350"/>
            <a:ext cx="13335000" cy="32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  <a:spcBef>
                <a:spcPct val="0"/>
              </a:spcBef>
            </a:pPr>
            <a:r>
              <a:rPr lang="en-US" sz="1799" i="true" strike="noStrike" u="none">
                <a:solidFill>
                  <a:srgbClr val="EFF1E8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Sergio | October 2026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19350"/>
            <a:ext cx="13335000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pc="224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PERSONAL PROJECT | DATA AUTOMATION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1333897"/>
            <a:ext cx="667669" cy="904478"/>
          </a:xfrm>
          <a:custGeom>
            <a:avLst/>
            <a:gdLst/>
            <a:ahLst/>
            <a:cxnLst/>
            <a:rect r="r" b="b" t="t" l="l"/>
            <a:pathLst>
              <a:path h="904478" w="667669">
                <a:moveTo>
                  <a:pt x="0" y="0"/>
                </a:moveTo>
                <a:lnTo>
                  <a:pt x="667669" y="0"/>
                </a:lnTo>
                <a:lnTo>
                  <a:pt x="667669" y="904478"/>
                </a:lnTo>
                <a:lnTo>
                  <a:pt x="0" y="904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2465233">
            <a:off x="12599807" y="-1681530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2926833" y="7087886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6837281" y="0"/>
                </a:moveTo>
                <a:lnTo>
                  <a:pt x="0" y="0"/>
                </a:lnTo>
                <a:lnTo>
                  <a:pt x="0" y="4114800"/>
                </a:lnTo>
                <a:lnTo>
                  <a:pt x="6837281" y="4114800"/>
                </a:lnTo>
                <a:lnTo>
                  <a:pt x="6837281" y="0"/>
                </a:lnTo>
                <a:close/>
              </a:path>
            </a:pathLst>
          </a:custGeom>
          <a:blipFill>
            <a:blip r:embed="rId4">
              <a:alphaModFix amt="1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47155" y="5990748"/>
            <a:ext cx="8442802" cy="6309076"/>
          </a:xfrm>
          <a:custGeom>
            <a:avLst/>
            <a:gdLst/>
            <a:ahLst/>
            <a:cxnLst/>
            <a:rect r="r" b="b" t="t" l="l"/>
            <a:pathLst>
              <a:path h="6309076" w="8442802">
                <a:moveTo>
                  <a:pt x="0" y="0"/>
                </a:moveTo>
                <a:lnTo>
                  <a:pt x="8442802" y="0"/>
                </a:lnTo>
                <a:lnTo>
                  <a:pt x="8442802" y="6309075"/>
                </a:lnTo>
                <a:lnTo>
                  <a:pt x="0" y="630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2763" y="5990748"/>
            <a:ext cx="6837281" cy="4114800"/>
          </a:xfrm>
          <a:custGeom>
            <a:avLst/>
            <a:gdLst/>
            <a:ahLst/>
            <a:cxnLst/>
            <a:rect r="r" b="b" t="t" l="l"/>
            <a:pathLst>
              <a:path h="4114800" w="6837281">
                <a:moveTo>
                  <a:pt x="0" y="0"/>
                </a:moveTo>
                <a:lnTo>
                  <a:pt x="6837281" y="0"/>
                </a:lnTo>
                <a:lnTo>
                  <a:pt x="68372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0" y="0"/>
            <a:ext cx="10096500" cy="10287000"/>
            <a:chOff x="0" y="0"/>
            <a:chExt cx="1346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6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6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0" y="2857500"/>
            <a:ext cx="8210550" cy="47625"/>
            <a:chOff x="0" y="0"/>
            <a:chExt cx="109474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0" y="5048250"/>
            <a:ext cx="8210550" cy="47625"/>
            <a:chOff x="0" y="0"/>
            <a:chExt cx="109474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0" y="7239000"/>
            <a:ext cx="8210550" cy="47625"/>
            <a:chOff x="0" y="0"/>
            <a:chExt cx="10947400" cy="6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171575"/>
            <a:ext cx="6667500" cy="711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7"/>
              </a:lnSpc>
              <a:spcBef>
                <a:spcPct val="0"/>
              </a:spcBef>
            </a:pPr>
            <a:r>
              <a:rPr lang="en-US" b="true" sz="5025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Why I Built 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171825"/>
            <a:ext cx="6286500" cy="335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It started as a proof of concept: using Visual Studio Code with AI to build something real.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It was also a project that could grow: getting the FX rates I need in my other reports, to convert data into a base currency such as USD.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8750" y="113347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0800" y="1343025"/>
            <a:ext cx="7048500" cy="42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Where can I get FX rate data for free?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8750" y="332422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0800" y="3533775"/>
            <a:ext cx="7048500" cy="42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How do I use an API to bring the data in?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48750" y="551497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0800" y="5534025"/>
            <a:ext cx="7048500" cy="843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My Python and SQL are intermediate. How far can AI help me go?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48750" y="770572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10800" y="7915275"/>
            <a:ext cx="7048500" cy="42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How do I make the whole flow run by itself?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2095500" y="8191500"/>
            <a:ext cx="4191000" cy="4191000"/>
            <a:chOff x="0" y="0"/>
            <a:chExt cx="5588000" cy="558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81250" y="8572500"/>
            <a:ext cx="1047750" cy="1047750"/>
            <a:chOff x="0" y="0"/>
            <a:chExt cx="13970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1100"/>
            <a:ext cx="16192500" cy="13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  <a:spcBef>
                <a:spcPct val="0"/>
              </a:spcBef>
            </a:pPr>
            <a:r>
              <a:rPr lang="en-US" b="true" sz="4999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Was Done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00250"/>
            <a:ext cx="14287500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daily feed of EUR and GBP rates against USD, stored and reported automatically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105900"/>
            <a:ext cx="16192500" cy="325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goal: prove I could build this in Visual Studio Code with AI, and get the FX rates my other reports need.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238500"/>
            <a:ext cx="47625" cy="3619500"/>
            <a:chOff x="0" y="0"/>
            <a:chExt cx="63500" cy="482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85" y="0"/>
                    <a:pt x="63500" y="14215"/>
                    <a:pt x="63500" y="31750"/>
                  </a:cubicBezTo>
                  <a:lnTo>
                    <a:pt x="63500" y="4794250"/>
                  </a:lnTo>
                  <a:cubicBezTo>
                    <a:pt x="63500" y="4811785"/>
                    <a:pt x="49285" y="4826000"/>
                    <a:pt x="31750" y="4826000"/>
                  </a:cubicBezTo>
                  <a:lnTo>
                    <a:pt x="31750" y="4826000"/>
                  </a:lnTo>
                  <a:cubicBezTo>
                    <a:pt x="14215" y="4826000"/>
                    <a:pt x="0" y="4811785"/>
                    <a:pt x="0" y="4794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35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76825" y="3238500"/>
            <a:ext cx="47625" cy="3619500"/>
            <a:chOff x="0" y="0"/>
            <a:chExt cx="63500" cy="482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85" y="0"/>
                    <a:pt x="63500" y="14215"/>
                    <a:pt x="63500" y="31750"/>
                  </a:cubicBezTo>
                  <a:lnTo>
                    <a:pt x="63500" y="4794250"/>
                  </a:lnTo>
                  <a:cubicBezTo>
                    <a:pt x="63500" y="4811785"/>
                    <a:pt x="49285" y="4826000"/>
                    <a:pt x="31750" y="4826000"/>
                  </a:cubicBezTo>
                  <a:lnTo>
                    <a:pt x="31750" y="4826000"/>
                  </a:lnTo>
                  <a:cubicBezTo>
                    <a:pt x="14215" y="4826000"/>
                    <a:pt x="0" y="4811785"/>
                    <a:pt x="0" y="4794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24950" y="3238500"/>
            <a:ext cx="47625" cy="3619500"/>
            <a:chOff x="0" y="0"/>
            <a:chExt cx="63500" cy="4826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85" y="0"/>
                    <a:pt x="63500" y="14215"/>
                    <a:pt x="63500" y="31750"/>
                  </a:cubicBezTo>
                  <a:lnTo>
                    <a:pt x="63500" y="4794250"/>
                  </a:lnTo>
                  <a:cubicBezTo>
                    <a:pt x="63500" y="4811785"/>
                    <a:pt x="49285" y="4826000"/>
                    <a:pt x="31750" y="4826000"/>
                  </a:cubicBezTo>
                  <a:lnTo>
                    <a:pt x="31750" y="4826000"/>
                  </a:lnTo>
                  <a:cubicBezTo>
                    <a:pt x="14215" y="4826000"/>
                    <a:pt x="0" y="4811785"/>
                    <a:pt x="0" y="4794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35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73075" y="3238500"/>
            <a:ext cx="47625" cy="3619500"/>
            <a:chOff x="0" y="0"/>
            <a:chExt cx="63500" cy="482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63500">
                  <a:moveTo>
                    <a:pt x="31750" y="0"/>
                  </a:moveTo>
                  <a:lnTo>
                    <a:pt x="31750" y="0"/>
                  </a:lnTo>
                  <a:cubicBezTo>
                    <a:pt x="49285" y="0"/>
                    <a:pt x="63500" y="14215"/>
                    <a:pt x="63500" y="31750"/>
                  </a:cubicBezTo>
                  <a:lnTo>
                    <a:pt x="63500" y="4794250"/>
                  </a:lnTo>
                  <a:cubicBezTo>
                    <a:pt x="63500" y="4811785"/>
                    <a:pt x="49285" y="4826000"/>
                    <a:pt x="31750" y="4826000"/>
                  </a:cubicBezTo>
                  <a:lnTo>
                    <a:pt x="31750" y="4826000"/>
                  </a:lnTo>
                  <a:cubicBezTo>
                    <a:pt x="14215" y="4826000"/>
                    <a:pt x="0" y="4811785"/>
                    <a:pt x="0" y="4794250"/>
                  </a:cubicBez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35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7524750"/>
            <a:ext cx="16230600" cy="1238250"/>
            <a:chOff x="0" y="0"/>
            <a:chExt cx="21640800" cy="165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6408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21640800">
                  <a:moveTo>
                    <a:pt x="11448" y="0"/>
                  </a:moveTo>
                  <a:lnTo>
                    <a:pt x="21629353" y="0"/>
                  </a:lnTo>
                  <a:cubicBezTo>
                    <a:pt x="21632388" y="0"/>
                    <a:pt x="21635300" y="1206"/>
                    <a:pt x="21637447" y="3353"/>
                  </a:cubicBezTo>
                  <a:cubicBezTo>
                    <a:pt x="21639594" y="5500"/>
                    <a:pt x="21640800" y="8412"/>
                    <a:pt x="21640800" y="11448"/>
                  </a:cubicBezTo>
                  <a:lnTo>
                    <a:pt x="21640800" y="1639552"/>
                  </a:lnTo>
                  <a:cubicBezTo>
                    <a:pt x="21640800" y="1642588"/>
                    <a:pt x="21639594" y="1645500"/>
                    <a:pt x="21637447" y="1647647"/>
                  </a:cubicBezTo>
                  <a:cubicBezTo>
                    <a:pt x="21635300" y="1649794"/>
                    <a:pt x="21632388" y="1651000"/>
                    <a:pt x="21629353" y="1651000"/>
                  </a:cubicBezTo>
                  <a:lnTo>
                    <a:pt x="11448" y="1651000"/>
                  </a:lnTo>
                  <a:cubicBezTo>
                    <a:pt x="8412" y="1651000"/>
                    <a:pt x="5500" y="1649794"/>
                    <a:pt x="3353" y="1647647"/>
                  </a:cubicBezTo>
                  <a:cubicBezTo>
                    <a:pt x="1206" y="1645500"/>
                    <a:pt x="0" y="1642588"/>
                    <a:pt x="0" y="16395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6408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71600" y="3095625"/>
            <a:ext cx="24765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5"/>
              </a:lnSpc>
              <a:spcBef>
                <a:spcPct val="0"/>
              </a:spcBef>
              <a:buAutoNum type="arabicPeriod" startAt="1"/>
            </a:pPr>
            <a:r>
              <a:rPr lang="en-US" b="true" sz="82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1600" y="4419600"/>
            <a:ext cx="3429000" cy="12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Python script gets the daily EUR and GBP rates against USD from a public rates source (the Frankfurter API).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9725" y="3095625"/>
            <a:ext cx="24765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5"/>
              </a:lnSpc>
              <a:spcBef>
                <a:spcPct val="0"/>
              </a:spcBef>
              <a:buAutoNum type="arabicPeriod" startAt="1"/>
            </a:pPr>
            <a:r>
              <a:rPr lang="en-US" b="true" sz="82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19725" y="4419600"/>
            <a:ext cx="3429000" cy="158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rates are saved in two places: a CSV file as a backup, and a PostgreSQL table in a Neon cloud database.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67850" y="3095625"/>
            <a:ext cx="24765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5"/>
              </a:lnSpc>
              <a:spcBef>
                <a:spcPct val="0"/>
              </a:spcBef>
              <a:buAutoNum type="arabicPeriod" startAt="1"/>
            </a:pPr>
            <a:r>
              <a:rPr lang="en-US" b="true" sz="82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67850" y="4419600"/>
            <a:ext cx="3429000" cy="126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job runs by itself every day at 18:00 UTC with GitHub Actions. A Slack message is sent if it fails.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15975" y="3095625"/>
            <a:ext cx="24765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75"/>
              </a:lnSpc>
              <a:spcBef>
                <a:spcPct val="0"/>
              </a:spcBef>
              <a:buAutoNum type="arabicPeriod" startAt="1"/>
            </a:pPr>
            <a:r>
              <a:rPr lang="en-US" b="true" sz="82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15975" y="4419600"/>
            <a:ext cx="3429000" cy="158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  <a:buAutoNum type="arabicPeriod" startAt="1"/>
            </a:pPr>
            <a:r>
              <a:rPr lang="en-US" sz="18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Google Data Studio report reads the database and refreshes itself once a day. It shows GBP/USD, EUR/USD and GBP/EUR.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700" y="7686675"/>
            <a:ext cx="5715000" cy="27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  <a:buAutoNum type="arabicPeriod" startAt="1"/>
            </a:pPr>
            <a:r>
              <a:rPr lang="en-US" b="true" sz="15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THE RESULT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09700" y="7991475"/>
            <a:ext cx="15430500" cy="409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  <a:buAutoNum type="arabicPeriod" startAt="1"/>
            </a:pPr>
            <a:r>
              <a:rPr lang="en-US" b="true" sz="22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One clean source of FX rates that my other reports and projects can use.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058650" y="5829300"/>
            <a:ext cx="171450" cy="171450"/>
            <a:chOff x="0" y="0"/>
            <a:chExt cx="228600" cy="228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lnTo>
                    <a:pt x="2286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15800" y="5057775"/>
            <a:ext cx="47625" cy="762000"/>
            <a:chOff x="0" y="0"/>
            <a:chExt cx="63500" cy="10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166557"/>
                  </a:lnTo>
                  <a:lnTo>
                    <a:pt x="0" y="166557"/>
                  </a:lnTo>
                  <a:close/>
                  <a:moveTo>
                    <a:pt x="0" y="283148"/>
                  </a:moveTo>
                  <a:lnTo>
                    <a:pt x="63500" y="283148"/>
                  </a:lnTo>
                  <a:lnTo>
                    <a:pt x="63500" y="449705"/>
                  </a:lnTo>
                  <a:lnTo>
                    <a:pt x="0" y="449705"/>
                  </a:lnTo>
                  <a:close/>
                  <a:moveTo>
                    <a:pt x="0" y="566295"/>
                  </a:moveTo>
                  <a:lnTo>
                    <a:pt x="63500" y="566295"/>
                  </a:lnTo>
                  <a:lnTo>
                    <a:pt x="63500" y="732852"/>
                  </a:lnTo>
                  <a:lnTo>
                    <a:pt x="0" y="732852"/>
                  </a:lnTo>
                  <a:close/>
                  <a:moveTo>
                    <a:pt x="0" y="849443"/>
                  </a:moveTo>
                  <a:lnTo>
                    <a:pt x="63500" y="849443"/>
                  </a:lnTo>
                  <a:lnTo>
                    <a:pt x="63500" y="1016000"/>
                  </a:lnTo>
                  <a:lnTo>
                    <a:pt x="0" y="1016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3500" cy="1044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563600" y="4114800"/>
            <a:ext cx="95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SQL views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191000" y="2762250"/>
            <a:ext cx="5715000" cy="5715000"/>
            <a:chOff x="0" y="0"/>
            <a:chExt cx="7620000" cy="762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00" cy="7620000"/>
            </a:xfrm>
            <a:custGeom>
              <a:avLst/>
              <a:gdLst/>
              <a:ahLst/>
              <a:cxnLst/>
              <a:rect r="r" b="b" t="t" l="l"/>
              <a:pathLst>
                <a:path h="7620000" w="7620000">
                  <a:moveTo>
                    <a:pt x="54187" y="0"/>
                  </a:moveTo>
                  <a:lnTo>
                    <a:pt x="7565813" y="0"/>
                  </a:lnTo>
                  <a:cubicBezTo>
                    <a:pt x="7595739" y="0"/>
                    <a:pt x="7620000" y="24260"/>
                    <a:pt x="7620000" y="54187"/>
                  </a:cubicBezTo>
                  <a:lnTo>
                    <a:pt x="7620000" y="7565813"/>
                  </a:lnTo>
                  <a:cubicBezTo>
                    <a:pt x="7620000" y="7595739"/>
                    <a:pt x="7595739" y="7620000"/>
                    <a:pt x="7565813" y="7620000"/>
                  </a:cubicBezTo>
                  <a:lnTo>
                    <a:pt x="54187" y="7620000"/>
                  </a:lnTo>
                  <a:cubicBezTo>
                    <a:pt x="24260" y="7620000"/>
                    <a:pt x="0" y="7595739"/>
                    <a:pt x="0" y="756581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7620000" cy="764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2000" y="3905250"/>
            <a:ext cx="2571750" cy="1143000"/>
            <a:chOff x="0" y="0"/>
            <a:chExt cx="3429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29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429000">
                  <a:moveTo>
                    <a:pt x="72249" y="0"/>
                  </a:moveTo>
                  <a:lnTo>
                    <a:pt x="3356751" y="0"/>
                  </a:lnTo>
                  <a:cubicBezTo>
                    <a:pt x="3396653" y="0"/>
                    <a:pt x="3429000" y="32347"/>
                    <a:pt x="3429000" y="72249"/>
                  </a:cubicBezTo>
                  <a:lnTo>
                    <a:pt x="3429000" y="1451751"/>
                  </a:lnTo>
                  <a:cubicBezTo>
                    <a:pt x="3429000" y="1491653"/>
                    <a:pt x="3396653" y="1524000"/>
                    <a:pt x="3356751" y="1524000"/>
                  </a:cubicBezTo>
                  <a:lnTo>
                    <a:pt x="72249" y="1524000"/>
                  </a:lnTo>
                  <a:cubicBezTo>
                    <a:pt x="32347" y="1524000"/>
                    <a:pt x="0" y="1491653"/>
                    <a:pt x="0" y="1451751"/>
                  </a:cubicBezTo>
                  <a:lnTo>
                    <a:pt x="0" y="72249"/>
                  </a:lnTo>
                  <a:cubicBezTo>
                    <a:pt x="0" y="32347"/>
                    <a:pt x="32347" y="0"/>
                    <a:pt x="7224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3429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763250" y="6096000"/>
            <a:ext cx="6572250" cy="1619250"/>
            <a:chOff x="0" y="0"/>
            <a:chExt cx="8763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6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8763000">
                  <a:moveTo>
                    <a:pt x="28271" y="0"/>
                  </a:moveTo>
                  <a:lnTo>
                    <a:pt x="8734729" y="0"/>
                  </a:lnTo>
                  <a:cubicBezTo>
                    <a:pt x="8750343" y="0"/>
                    <a:pt x="8763000" y="12657"/>
                    <a:pt x="8763000" y="28271"/>
                  </a:cubicBezTo>
                  <a:lnTo>
                    <a:pt x="8763000" y="2130729"/>
                  </a:lnTo>
                  <a:cubicBezTo>
                    <a:pt x="8763000" y="2146342"/>
                    <a:pt x="8750343" y="2159000"/>
                    <a:pt x="8734729" y="2159000"/>
                  </a:cubicBezTo>
                  <a:lnTo>
                    <a:pt x="28271" y="2159000"/>
                  </a:lnTo>
                  <a:cubicBezTo>
                    <a:pt x="12657" y="2159000"/>
                    <a:pt x="0" y="2146342"/>
                    <a:pt x="0" y="2130729"/>
                  </a:cubicBezTo>
                  <a:lnTo>
                    <a:pt x="0" y="28271"/>
                  </a:lnTo>
                  <a:cubicBezTo>
                    <a:pt x="0" y="12657"/>
                    <a:pt x="12657" y="0"/>
                    <a:pt x="28271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763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2000" y="3810000"/>
            <a:ext cx="4953000" cy="1333500"/>
            <a:chOff x="0" y="0"/>
            <a:chExt cx="6604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6604000">
                  <a:moveTo>
                    <a:pt x="25009" y="0"/>
                  </a:moveTo>
                  <a:lnTo>
                    <a:pt x="6578991" y="0"/>
                  </a:lnTo>
                  <a:cubicBezTo>
                    <a:pt x="6592803" y="0"/>
                    <a:pt x="6604000" y="11197"/>
                    <a:pt x="6604000" y="25009"/>
                  </a:cubicBezTo>
                  <a:lnTo>
                    <a:pt x="6604000" y="1752991"/>
                  </a:lnTo>
                  <a:cubicBezTo>
                    <a:pt x="6604000" y="1766803"/>
                    <a:pt x="6592803" y="1778000"/>
                    <a:pt x="6578991" y="1778000"/>
                  </a:cubicBezTo>
                  <a:lnTo>
                    <a:pt x="25009" y="1778000"/>
                  </a:lnTo>
                  <a:cubicBezTo>
                    <a:pt x="11197" y="1778000"/>
                    <a:pt x="0" y="1766803"/>
                    <a:pt x="0" y="1752991"/>
                  </a:cubicBezTo>
                  <a:lnTo>
                    <a:pt x="0" y="25009"/>
                  </a:lnTo>
                  <a:cubicBezTo>
                    <a:pt x="0" y="11197"/>
                    <a:pt x="11197" y="0"/>
                    <a:pt x="25009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604000" cy="1806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72000" y="6096000"/>
            <a:ext cx="2286000" cy="1238250"/>
            <a:chOff x="0" y="0"/>
            <a:chExt cx="3048000" cy="165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54187" y="0"/>
                  </a:moveTo>
                  <a:lnTo>
                    <a:pt x="2993813" y="0"/>
                  </a:lnTo>
                  <a:cubicBezTo>
                    <a:pt x="3023740" y="0"/>
                    <a:pt x="3048000" y="24260"/>
                    <a:pt x="3048000" y="54187"/>
                  </a:cubicBezTo>
                  <a:lnTo>
                    <a:pt x="3048000" y="1596813"/>
                  </a:lnTo>
                  <a:cubicBezTo>
                    <a:pt x="3048000" y="1626740"/>
                    <a:pt x="3023740" y="1651000"/>
                    <a:pt x="2993813" y="1651000"/>
                  </a:cubicBezTo>
                  <a:lnTo>
                    <a:pt x="54187" y="1651000"/>
                  </a:lnTo>
                  <a:cubicBezTo>
                    <a:pt x="24260" y="1651000"/>
                    <a:pt x="0" y="1626740"/>
                    <a:pt x="0" y="159681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3048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39000" y="6096000"/>
            <a:ext cx="2286000" cy="1238250"/>
            <a:chOff x="0" y="0"/>
            <a:chExt cx="3048000" cy="165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048000">
                  <a:moveTo>
                    <a:pt x="54187" y="0"/>
                  </a:moveTo>
                  <a:lnTo>
                    <a:pt x="2993813" y="0"/>
                  </a:lnTo>
                  <a:cubicBezTo>
                    <a:pt x="3023740" y="0"/>
                    <a:pt x="3048000" y="24260"/>
                    <a:pt x="3048000" y="54187"/>
                  </a:cubicBezTo>
                  <a:lnTo>
                    <a:pt x="3048000" y="1596813"/>
                  </a:lnTo>
                  <a:cubicBezTo>
                    <a:pt x="3048000" y="1626740"/>
                    <a:pt x="3023740" y="1651000"/>
                    <a:pt x="2993813" y="1651000"/>
                  </a:cubicBezTo>
                  <a:lnTo>
                    <a:pt x="54187" y="1651000"/>
                  </a:lnTo>
                  <a:cubicBezTo>
                    <a:pt x="24260" y="1651000"/>
                    <a:pt x="0" y="1626740"/>
                    <a:pt x="0" y="1596813"/>
                  </a:cubicBezTo>
                  <a:lnTo>
                    <a:pt x="0" y="54187"/>
                  </a:lnTo>
                  <a:cubicBezTo>
                    <a:pt x="0" y="24260"/>
                    <a:pt x="24260" y="0"/>
                    <a:pt x="54187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3048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63250" y="3905250"/>
            <a:ext cx="2762250" cy="1143000"/>
            <a:chOff x="0" y="0"/>
            <a:chExt cx="3683000" cy="1524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8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683000">
                  <a:moveTo>
                    <a:pt x="168166" y="0"/>
                  </a:moveTo>
                  <a:lnTo>
                    <a:pt x="3514834" y="0"/>
                  </a:lnTo>
                  <a:cubicBezTo>
                    <a:pt x="3559435" y="0"/>
                    <a:pt x="3602208" y="17717"/>
                    <a:pt x="3633746" y="49255"/>
                  </a:cubicBezTo>
                  <a:cubicBezTo>
                    <a:pt x="3665282" y="80792"/>
                    <a:pt x="3683000" y="123565"/>
                    <a:pt x="3683000" y="168166"/>
                  </a:cubicBezTo>
                  <a:lnTo>
                    <a:pt x="3683000" y="1355834"/>
                  </a:lnTo>
                  <a:cubicBezTo>
                    <a:pt x="3683000" y="1400435"/>
                    <a:pt x="3665282" y="1443208"/>
                    <a:pt x="3633746" y="1474745"/>
                  </a:cubicBezTo>
                  <a:cubicBezTo>
                    <a:pt x="3602208" y="1506283"/>
                    <a:pt x="3559435" y="1524000"/>
                    <a:pt x="3514834" y="1524000"/>
                  </a:cubicBezTo>
                  <a:lnTo>
                    <a:pt x="168166" y="1524000"/>
                  </a:lnTo>
                  <a:cubicBezTo>
                    <a:pt x="123565" y="1524000"/>
                    <a:pt x="80792" y="1506283"/>
                    <a:pt x="49255" y="1474745"/>
                  </a:cubicBezTo>
                  <a:cubicBezTo>
                    <a:pt x="17717" y="1443208"/>
                    <a:pt x="0" y="1400435"/>
                    <a:pt x="0" y="1355834"/>
                  </a:cubicBezTo>
                  <a:lnTo>
                    <a:pt x="0" y="168166"/>
                  </a:lnTo>
                  <a:cubicBezTo>
                    <a:pt x="0" y="123565"/>
                    <a:pt x="17717" y="80792"/>
                    <a:pt x="49255" y="49255"/>
                  </a:cubicBezTo>
                  <a:cubicBezTo>
                    <a:pt x="80792" y="17717"/>
                    <a:pt x="123565" y="0"/>
                    <a:pt x="168166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683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73250" y="3905250"/>
            <a:ext cx="2762250" cy="1143000"/>
            <a:chOff x="0" y="0"/>
            <a:chExt cx="36830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83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683000">
                  <a:moveTo>
                    <a:pt x="168166" y="0"/>
                  </a:moveTo>
                  <a:lnTo>
                    <a:pt x="3514834" y="0"/>
                  </a:lnTo>
                  <a:cubicBezTo>
                    <a:pt x="3559435" y="0"/>
                    <a:pt x="3602208" y="17717"/>
                    <a:pt x="3633746" y="49255"/>
                  </a:cubicBezTo>
                  <a:cubicBezTo>
                    <a:pt x="3665282" y="80792"/>
                    <a:pt x="3683000" y="123565"/>
                    <a:pt x="3683000" y="168166"/>
                  </a:cubicBezTo>
                  <a:lnTo>
                    <a:pt x="3683000" y="1355834"/>
                  </a:lnTo>
                  <a:cubicBezTo>
                    <a:pt x="3683000" y="1400435"/>
                    <a:pt x="3665282" y="1443208"/>
                    <a:pt x="3633746" y="1474745"/>
                  </a:cubicBezTo>
                  <a:cubicBezTo>
                    <a:pt x="3602208" y="1506283"/>
                    <a:pt x="3559435" y="1524000"/>
                    <a:pt x="3514834" y="1524000"/>
                  </a:cubicBezTo>
                  <a:lnTo>
                    <a:pt x="168166" y="1524000"/>
                  </a:lnTo>
                  <a:cubicBezTo>
                    <a:pt x="123565" y="1524000"/>
                    <a:pt x="80792" y="1506283"/>
                    <a:pt x="49255" y="1474745"/>
                  </a:cubicBezTo>
                  <a:cubicBezTo>
                    <a:pt x="17717" y="1443208"/>
                    <a:pt x="0" y="1400435"/>
                    <a:pt x="0" y="1355834"/>
                  </a:cubicBezTo>
                  <a:lnTo>
                    <a:pt x="0" y="168166"/>
                  </a:lnTo>
                  <a:cubicBezTo>
                    <a:pt x="0" y="123565"/>
                    <a:pt x="17717" y="80792"/>
                    <a:pt x="49255" y="49255"/>
                  </a:cubicBezTo>
                  <a:cubicBezTo>
                    <a:pt x="80792" y="17717"/>
                    <a:pt x="123565" y="0"/>
                    <a:pt x="168166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683000" cy="155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333750" y="4467225"/>
            <a:ext cx="857250" cy="47625"/>
            <a:chOff x="0" y="0"/>
            <a:chExt cx="1143000" cy="635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43000" cy="63500"/>
            </a:xfrm>
            <a:custGeom>
              <a:avLst/>
              <a:gdLst/>
              <a:ahLst/>
              <a:cxnLst/>
              <a:rect r="r" b="b" t="t" l="l"/>
              <a:pathLst>
                <a:path h="635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143000" cy="9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191000" y="4467225"/>
            <a:ext cx="209550" cy="47625"/>
            <a:chOff x="0" y="0"/>
            <a:chExt cx="279400" cy="63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79400" cy="63500"/>
            </a:xfrm>
            <a:custGeom>
              <a:avLst/>
              <a:gdLst/>
              <a:ahLst/>
              <a:cxnLst/>
              <a:rect r="r" b="b" t="t" l="l"/>
              <a:pathLst>
                <a:path h="635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279400" cy="9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400550" y="4391025"/>
            <a:ext cx="171450" cy="171450"/>
            <a:chOff x="0" y="0"/>
            <a:chExt cx="228600" cy="228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25000" y="4467225"/>
            <a:ext cx="381000" cy="47625"/>
            <a:chOff x="0" y="0"/>
            <a:chExt cx="508000" cy="63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0" cy="63500"/>
            </a:xfrm>
            <a:custGeom>
              <a:avLst/>
              <a:gdLst/>
              <a:ahLst/>
              <a:cxnLst/>
              <a:rect r="r" b="b" t="t" l="l"/>
              <a:pathLst>
                <a:path h="635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508000" cy="9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906000" y="4467225"/>
            <a:ext cx="685800" cy="47625"/>
            <a:chOff x="0" y="0"/>
            <a:chExt cx="914400" cy="635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63500"/>
            </a:xfrm>
            <a:custGeom>
              <a:avLst/>
              <a:gdLst/>
              <a:ahLst/>
              <a:cxnLst/>
              <a:rect r="r" b="b" t="t" l="l"/>
              <a:pathLst>
                <a:path h="635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14400" cy="9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591800" y="4391025"/>
            <a:ext cx="171450" cy="171450"/>
            <a:chOff x="0" y="0"/>
            <a:chExt cx="228600" cy="228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5705475" y="5143500"/>
            <a:ext cx="47625" cy="781050"/>
            <a:chOff x="0" y="0"/>
            <a:chExt cx="63500" cy="1041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35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63500">
                  <a:moveTo>
                    <a:pt x="0" y="0"/>
                  </a:moveTo>
                  <a:lnTo>
                    <a:pt x="63500" y="0"/>
                  </a:lnTo>
                  <a:lnTo>
                    <a:pt x="635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635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372475" y="5143500"/>
            <a:ext cx="47625" cy="781050"/>
            <a:chOff x="0" y="0"/>
            <a:chExt cx="63500" cy="1041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35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63500">
                  <a:moveTo>
                    <a:pt x="0" y="0"/>
                  </a:moveTo>
                  <a:lnTo>
                    <a:pt x="63500" y="0"/>
                  </a:lnTo>
                  <a:lnTo>
                    <a:pt x="63500" y="1041400"/>
                  </a:lnTo>
                  <a:lnTo>
                    <a:pt x="0" y="10414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635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629275" y="5924550"/>
            <a:ext cx="171450" cy="171450"/>
            <a:chOff x="0" y="0"/>
            <a:chExt cx="228600" cy="228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114300" y="2286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525500" y="4467225"/>
            <a:ext cx="876300" cy="47625"/>
            <a:chOff x="0" y="0"/>
            <a:chExt cx="1168400" cy="635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68400" cy="63500"/>
            </a:xfrm>
            <a:custGeom>
              <a:avLst/>
              <a:gdLst/>
              <a:ahLst/>
              <a:cxnLst/>
              <a:rect r="r" b="b" t="t" l="l"/>
              <a:pathLst>
                <a:path h="63500" w="1168400">
                  <a:moveTo>
                    <a:pt x="0" y="0"/>
                  </a:moveTo>
                  <a:lnTo>
                    <a:pt x="1168400" y="0"/>
                  </a:lnTo>
                  <a:lnTo>
                    <a:pt x="1168400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1168400" cy="92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4401800" y="4391025"/>
            <a:ext cx="171450" cy="171450"/>
            <a:chOff x="0" y="0"/>
            <a:chExt cx="228600" cy="228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1143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1028700" y="1181100"/>
            <a:ext cx="1619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the Workflow Runs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524375" y="2828925"/>
            <a:ext cx="38100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69"/>
              </a:lnSpc>
              <a:spcBef>
                <a:spcPct val="0"/>
              </a:spcBef>
            </a:pPr>
            <a:r>
              <a:rPr lang="en-US" b="true" sz="25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Actions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04875" y="4048125"/>
            <a:ext cx="2286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Frankfurter API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04875" y="4429125"/>
            <a:ext cx="2286000" cy="42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7"/>
              </a:lnSpc>
              <a:spcBef>
                <a:spcPct val="0"/>
              </a:spcBef>
            </a:pPr>
            <a:r>
              <a:rPr lang="en-US" sz="1275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Daily EUR and GBP rates against USD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906125" y="4133850"/>
            <a:ext cx="2476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Neon PostgreSQL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906125" y="4552950"/>
            <a:ext cx="2476500" cy="2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7"/>
              </a:lnSpc>
              <a:spcBef>
                <a:spcPct val="0"/>
              </a:spcBef>
            </a:pPr>
            <a:r>
              <a:rPr lang="en-US" sz="1275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Table fx_rates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716125" y="4133850"/>
            <a:ext cx="2476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Google Data Studio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716125" y="4552950"/>
            <a:ext cx="2476500" cy="21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57"/>
              </a:lnSpc>
              <a:spcBef>
                <a:spcPct val="0"/>
              </a:spcBef>
            </a:pPr>
            <a:r>
              <a:rPr lang="en-US" sz="1275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Live report for the user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143500" y="3990975"/>
            <a:ext cx="3810000" cy="282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42"/>
              </a:lnSpc>
              <a:spcBef>
                <a:spcPct val="0"/>
              </a:spcBef>
            </a:pPr>
            <a:r>
              <a:rPr lang="en-US" b="true" sz="1725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script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048250" y="6315075"/>
            <a:ext cx="1714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CSV backup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953750" y="6286500"/>
            <a:ext cx="619125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One source, many users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049000" y="6705600"/>
            <a:ext cx="6000750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52"/>
              </a:lnSpc>
              <a:spcBef>
                <a:spcPct val="0"/>
              </a:spcBef>
            </a:pPr>
            <a:r>
              <a:rPr lang="en-US" sz="1425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This report is only the first user. My other reports and Python projects can read the same table.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973300" y="3467100"/>
            <a:ext cx="19050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Report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829300" y="5410200"/>
            <a:ext cx="9144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every run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8496300" y="5410200"/>
            <a:ext cx="9144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on failure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4524375" y="3305175"/>
            <a:ext cx="5143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Runs every day at 18:00 UTC, or started by hand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4667250" y="6705600"/>
            <a:ext cx="2095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File saved back to GitHub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334250" y="6315075"/>
            <a:ext cx="20955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15"/>
              </a:lnSpc>
              <a:spcBef>
                <a:spcPct val="0"/>
              </a:spcBef>
            </a:pPr>
            <a:r>
              <a:rPr lang="en-US" b="true" sz="1725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Slack alert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334250" y="6705600"/>
            <a:ext cx="2095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89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Sent only if the run fails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4572000" y="7686675"/>
            <a:ext cx="4953000" cy="23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55"/>
              </a:lnSpc>
              <a:spcBef>
                <a:spcPct val="0"/>
              </a:spcBef>
            </a:pPr>
            <a:r>
              <a:rPr lang="en-US" sz="13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Database login kept as a GitHub secret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5143500" y="4343400"/>
            <a:ext cx="3810000" cy="477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852"/>
              </a:lnSpc>
              <a:spcBef>
                <a:spcPct val="0"/>
              </a:spcBef>
            </a:pPr>
            <a:r>
              <a:rPr lang="en-US" sz="1425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Reads what is stored, gets the missing dates, cleans the data and fills the gaps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762000" y="3476625"/>
            <a:ext cx="285750" cy="285750"/>
            <a:chOff x="0" y="0"/>
            <a:chExt cx="381000" cy="3810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763250" y="3476625"/>
            <a:ext cx="285750" cy="285750"/>
            <a:chOff x="0" y="0"/>
            <a:chExt cx="381000" cy="3810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573250" y="3476625"/>
            <a:ext cx="285750" cy="285750"/>
            <a:chOff x="0" y="0"/>
            <a:chExt cx="381000" cy="3810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4686300" y="6210300"/>
            <a:ext cx="285750" cy="285750"/>
            <a:chOff x="0" y="0"/>
            <a:chExt cx="381000" cy="3810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4686300" y="3924300"/>
            <a:ext cx="285750" cy="285750"/>
            <a:chOff x="0" y="0"/>
            <a:chExt cx="381000" cy="381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cubicBezTo>
                    <a:pt x="85290" y="0"/>
                    <a:pt x="0" y="85290"/>
                    <a:pt x="0" y="190500"/>
                  </a:cubicBezTo>
                  <a:cubicBezTo>
                    <a:pt x="0" y="295710"/>
                    <a:pt x="85290" y="381000"/>
                    <a:pt x="190500" y="381000"/>
                  </a:cubicBezTo>
                  <a:cubicBezTo>
                    <a:pt x="295710" y="381000"/>
                    <a:pt x="381000" y="295710"/>
                    <a:pt x="381000" y="190500"/>
                  </a:cubicBezTo>
                  <a:cubicBezTo>
                    <a:pt x="381000" y="85290"/>
                    <a:pt x="295710" y="0"/>
                    <a:pt x="19050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28575"/>
              <a:ext cx="381000" cy="40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762000" y="3486150"/>
            <a:ext cx="285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0763250" y="3486150"/>
            <a:ext cx="285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4573250" y="3486150"/>
            <a:ext cx="285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4686300" y="6219825"/>
            <a:ext cx="285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4686300" y="3933825"/>
            <a:ext cx="285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79"/>
              </a:lnSpc>
              <a:spcBef>
                <a:spcPct val="0"/>
              </a:spcBef>
            </a:pPr>
            <a:r>
              <a:rPr lang="en-US" b="true" sz="12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62050" y="3448050"/>
            <a:ext cx="190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Source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163300" y="3448050"/>
            <a:ext cx="19050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047750" y="9096375"/>
            <a:ext cx="16192500" cy="29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10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1 Get rates    →    2 Clean and fill gaps    →    3 Save CSV backup    →    4 Update database    →    5 Report shows new rates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8296275" y="5924550"/>
            <a:ext cx="171450" cy="171450"/>
            <a:chOff x="0" y="0"/>
            <a:chExt cx="228600" cy="2286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114300" y="228600"/>
                  </a:ln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28575"/>
              <a:ext cx="228600" cy="257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81100"/>
            <a:ext cx="16192500" cy="1396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99"/>
              </a:lnSpc>
              <a:spcBef>
                <a:spcPct val="0"/>
              </a:spcBef>
            </a:pPr>
            <a:r>
              <a:rPr lang="en-US" b="true" sz="4999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I Worked with AI</a:t>
            </a:r>
          </a:p>
          <a:p>
            <a:pPr algn="l">
              <a:lnSpc>
                <a:spcPts val="54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000250"/>
            <a:ext cx="14287500" cy="35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8"/>
              </a:lnSpc>
              <a:spcBef>
                <a:spcPct val="0"/>
              </a:spcBef>
            </a:pPr>
            <a:r>
              <a:rPr lang="en-US" sz="1998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 started with GitHub Copilot in Visual Studio Code. Now I use Claude.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048000"/>
            <a:ext cx="7943850" cy="3238500"/>
            <a:chOff x="0" y="0"/>
            <a:chExt cx="10591800" cy="4318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918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591800">
                  <a:moveTo>
                    <a:pt x="23390" y="0"/>
                  </a:moveTo>
                  <a:lnTo>
                    <a:pt x="10568410" y="0"/>
                  </a:lnTo>
                  <a:cubicBezTo>
                    <a:pt x="10581328" y="0"/>
                    <a:pt x="10591800" y="10472"/>
                    <a:pt x="10591800" y="23390"/>
                  </a:cubicBezTo>
                  <a:lnTo>
                    <a:pt x="10591800" y="4294610"/>
                  </a:lnTo>
                  <a:cubicBezTo>
                    <a:pt x="10591800" y="4307528"/>
                    <a:pt x="10581328" y="4318000"/>
                    <a:pt x="10568410" y="4318000"/>
                  </a:cubicBezTo>
                  <a:lnTo>
                    <a:pt x="23390" y="4318000"/>
                  </a:lnTo>
                  <a:cubicBezTo>
                    <a:pt x="10472" y="4318000"/>
                    <a:pt x="0" y="4307528"/>
                    <a:pt x="0" y="4294610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5918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315450" y="3048000"/>
            <a:ext cx="7943850" cy="3238500"/>
            <a:chOff x="0" y="0"/>
            <a:chExt cx="10591800" cy="4318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91800" cy="4318000"/>
            </a:xfrm>
            <a:custGeom>
              <a:avLst/>
              <a:gdLst/>
              <a:ahLst/>
              <a:cxnLst/>
              <a:rect r="r" b="b" t="t" l="l"/>
              <a:pathLst>
                <a:path h="4318000" w="10591800">
                  <a:moveTo>
                    <a:pt x="23390" y="0"/>
                  </a:moveTo>
                  <a:lnTo>
                    <a:pt x="10568410" y="0"/>
                  </a:lnTo>
                  <a:cubicBezTo>
                    <a:pt x="10581328" y="0"/>
                    <a:pt x="10591800" y="10472"/>
                    <a:pt x="10591800" y="23390"/>
                  </a:cubicBezTo>
                  <a:lnTo>
                    <a:pt x="10591800" y="4294610"/>
                  </a:lnTo>
                  <a:cubicBezTo>
                    <a:pt x="10591800" y="4307528"/>
                    <a:pt x="10581328" y="4318000"/>
                    <a:pt x="10568410" y="4318000"/>
                  </a:cubicBezTo>
                  <a:lnTo>
                    <a:pt x="23390" y="4318000"/>
                  </a:lnTo>
                  <a:cubicBezTo>
                    <a:pt x="10472" y="4318000"/>
                    <a:pt x="0" y="4307528"/>
                    <a:pt x="0" y="4294610"/>
                  </a:cubicBezTo>
                  <a:lnTo>
                    <a:pt x="0" y="23390"/>
                  </a:lnTo>
                  <a:cubicBezTo>
                    <a:pt x="0" y="10472"/>
                    <a:pt x="10472" y="0"/>
                    <a:pt x="23390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591800" cy="435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6629400"/>
            <a:ext cx="16230600" cy="1714500"/>
            <a:chOff x="0" y="0"/>
            <a:chExt cx="2164080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40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640800">
                  <a:moveTo>
                    <a:pt x="11448" y="0"/>
                  </a:moveTo>
                  <a:lnTo>
                    <a:pt x="21629353" y="0"/>
                  </a:lnTo>
                  <a:cubicBezTo>
                    <a:pt x="21632388" y="0"/>
                    <a:pt x="21635300" y="1206"/>
                    <a:pt x="21637447" y="3353"/>
                  </a:cubicBezTo>
                  <a:cubicBezTo>
                    <a:pt x="21639594" y="5500"/>
                    <a:pt x="21640800" y="8412"/>
                    <a:pt x="21640800" y="11448"/>
                  </a:cubicBezTo>
                  <a:lnTo>
                    <a:pt x="21640800" y="2274552"/>
                  </a:lnTo>
                  <a:cubicBezTo>
                    <a:pt x="21640800" y="2277588"/>
                    <a:pt x="21639594" y="2280500"/>
                    <a:pt x="21637447" y="2282647"/>
                  </a:cubicBezTo>
                  <a:cubicBezTo>
                    <a:pt x="21635300" y="2284794"/>
                    <a:pt x="21632388" y="2286000"/>
                    <a:pt x="21629353" y="2286000"/>
                  </a:cubicBezTo>
                  <a:lnTo>
                    <a:pt x="11448" y="2286000"/>
                  </a:lnTo>
                  <a:cubicBezTo>
                    <a:pt x="8412" y="2286000"/>
                    <a:pt x="5500" y="2284794"/>
                    <a:pt x="3353" y="2282647"/>
                  </a:cubicBezTo>
                  <a:cubicBezTo>
                    <a:pt x="1206" y="2280500"/>
                    <a:pt x="0" y="2277588"/>
                    <a:pt x="0" y="22745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640800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47800" y="3248025"/>
            <a:ext cx="7048500" cy="42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My part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47800" y="3867150"/>
            <a:ext cx="7048500" cy="1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The idea, and clear instructions for every step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Testing and debugging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Some pieces myself with AI assistance, like the table settings and the unique key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The Data Studio report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4550" y="3248025"/>
            <a:ext cx="7048500" cy="42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0"/>
              </a:lnSpc>
              <a:spcBef>
                <a:spcPct val="0"/>
              </a:spcBef>
              <a:buAutoNum type="arabicPeriod" startAt="1"/>
            </a:pPr>
            <a:r>
              <a:rPr lang="en-US" b="true" sz="24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AI's part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34550" y="3867150"/>
            <a:ext cx="7048500" cy="172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Filling my gaps on the most technical side: the code and the connections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Writing the code from my instructions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Helping me solve each issue I found when testing</a:t>
            </a:r>
          </a:p>
          <a:p>
            <a:pPr algn="l" marL="421005" indent="-210502" lvl="1">
              <a:lnSpc>
                <a:spcPts val="2730"/>
              </a:lnSpc>
              <a:spcBef>
                <a:spcPct val="0"/>
              </a:spcBef>
              <a:buFont typeface="Arial"/>
              <a:buChar char="•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Helping me polish the report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7800" y="6829425"/>
            <a:ext cx="9525000" cy="276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  <a:buAutoNum type="arabicPeriod" startAt="1"/>
            </a:pPr>
            <a:r>
              <a:rPr lang="en-US" b="true" sz="15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WHY DATA STUDIO AND NOT POWER BI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7800" y="7181850"/>
            <a:ext cx="15392400" cy="69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  <a:buAutoNum type="arabicPeriod" startAt="1"/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 can share a link and anyone can open the report. Power BI needs a licence and admin rights to share. I would have been quicker in Power BI, and the report would look nicer, but nobody outside could see it.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81100"/>
            <a:ext cx="1619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Decisions I Made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00250"/>
            <a:ext cx="16192500" cy="358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sz="2025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Four choices that shaped the project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562350"/>
            <a:ext cx="16230600" cy="47625"/>
            <a:chOff x="0" y="0"/>
            <a:chExt cx="21640800" cy="63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640800" cy="63500"/>
            </a:xfrm>
            <a:custGeom>
              <a:avLst/>
              <a:gdLst/>
              <a:ahLst/>
              <a:cxnLst/>
              <a:rect r="r" b="b" t="t" l="l"/>
              <a:pathLst>
                <a:path h="63500" w="21640800">
                  <a:moveTo>
                    <a:pt x="11448" y="0"/>
                  </a:moveTo>
                  <a:lnTo>
                    <a:pt x="21629353" y="0"/>
                  </a:lnTo>
                  <a:cubicBezTo>
                    <a:pt x="21632388" y="0"/>
                    <a:pt x="21635300" y="1206"/>
                    <a:pt x="21637447" y="3353"/>
                  </a:cubicBezTo>
                  <a:cubicBezTo>
                    <a:pt x="21639594" y="5500"/>
                    <a:pt x="21640800" y="8412"/>
                    <a:pt x="21640800" y="11448"/>
                  </a:cubicBezTo>
                  <a:lnTo>
                    <a:pt x="21640800" y="52052"/>
                  </a:lnTo>
                  <a:cubicBezTo>
                    <a:pt x="21640800" y="55088"/>
                    <a:pt x="21639594" y="58000"/>
                    <a:pt x="21637447" y="60147"/>
                  </a:cubicBezTo>
                  <a:cubicBezTo>
                    <a:pt x="21635300" y="62294"/>
                    <a:pt x="21632388" y="63500"/>
                    <a:pt x="21629353" y="63500"/>
                  </a:cubicBezTo>
                  <a:lnTo>
                    <a:pt x="11448" y="63500"/>
                  </a:lnTo>
                  <a:cubicBezTo>
                    <a:pt x="8412" y="63500"/>
                    <a:pt x="5500" y="62294"/>
                    <a:pt x="3353" y="60147"/>
                  </a:cubicBezTo>
                  <a:cubicBezTo>
                    <a:pt x="1206" y="58000"/>
                    <a:pt x="0" y="55088"/>
                    <a:pt x="0" y="520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6408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857750"/>
            <a:ext cx="16230600" cy="47625"/>
            <a:chOff x="0" y="0"/>
            <a:chExt cx="21640800" cy="63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640800" cy="63500"/>
            </a:xfrm>
            <a:custGeom>
              <a:avLst/>
              <a:gdLst/>
              <a:ahLst/>
              <a:cxnLst/>
              <a:rect r="r" b="b" t="t" l="l"/>
              <a:pathLst>
                <a:path h="63500" w="21640800">
                  <a:moveTo>
                    <a:pt x="11448" y="0"/>
                  </a:moveTo>
                  <a:lnTo>
                    <a:pt x="21629353" y="0"/>
                  </a:lnTo>
                  <a:cubicBezTo>
                    <a:pt x="21632388" y="0"/>
                    <a:pt x="21635300" y="1206"/>
                    <a:pt x="21637447" y="3353"/>
                  </a:cubicBezTo>
                  <a:cubicBezTo>
                    <a:pt x="21639594" y="5500"/>
                    <a:pt x="21640800" y="8412"/>
                    <a:pt x="21640800" y="11448"/>
                  </a:cubicBezTo>
                  <a:lnTo>
                    <a:pt x="21640800" y="52052"/>
                  </a:lnTo>
                  <a:cubicBezTo>
                    <a:pt x="21640800" y="55088"/>
                    <a:pt x="21639594" y="58000"/>
                    <a:pt x="21637447" y="60147"/>
                  </a:cubicBezTo>
                  <a:cubicBezTo>
                    <a:pt x="21635300" y="62294"/>
                    <a:pt x="21632388" y="63500"/>
                    <a:pt x="21629353" y="63500"/>
                  </a:cubicBezTo>
                  <a:lnTo>
                    <a:pt x="11448" y="63500"/>
                  </a:lnTo>
                  <a:cubicBezTo>
                    <a:pt x="8412" y="63500"/>
                    <a:pt x="5500" y="62294"/>
                    <a:pt x="3353" y="60147"/>
                  </a:cubicBezTo>
                  <a:cubicBezTo>
                    <a:pt x="1206" y="58000"/>
                    <a:pt x="0" y="55088"/>
                    <a:pt x="0" y="520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solidFill>
              <a:srgbClr val="70A1BD">
                <a:alpha val="34902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6408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6048375"/>
            <a:ext cx="16230600" cy="47625"/>
            <a:chOff x="0" y="0"/>
            <a:chExt cx="21640800" cy="635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640800" cy="63500"/>
            </a:xfrm>
            <a:custGeom>
              <a:avLst/>
              <a:gdLst/>
              <a:ahLst/>
              <a:cxnLst/>
              <a:rect r="r" b="b" t="t" l="l"/>
              <a:pathLst>
                <a:path h="63500" w="21640800">
                  <a:moveTo>
                    <a:pt x="11448" y="0"/>
                  </a:moveTo>
                  <a:lnTo>
                    <a:pt x="21629353" y="0"/>
                  </a:lnTo>
                  <a:cubicBezTo>
                    <a:pt x="21632388" y="0"/>
                    <a:pt x="21635300" y="1206"/>
                    <a:pt x="21637447" y="3353"/>
                  </a:cubicBezTo>
                  <a:cubicBezTo>
                    <a:pt x="21639594" y="5500"/>
                    <a:pt x="21640800" y="8412"/>
                    <a:pt x="21640800" y="11448"/>
                  </a:cubicBezTo>
                  <a:lnTo>
                    <a:pt x="21640800" y="52052"/>
                  </a:lnTo>
                  <a:cubicBezTo>
                    <a:pt x="21640800" y="55088"/>
                    <a:pt x="21639594" y="58000"/>
                    <a:pt x="21637447" y="60147"/>
                  </a:cubicBezTo>
                  <a:cubicBezTo>
                    <a:pt x="21635300" y="62294"/>
                    <a:pt x="21632388" y="63500"/>
                    <a:pt x="21629353" y="63500"/>
                  </a:cubicBezTo>
                  <a:lnTo>
                    <a:pt x="11448" y="63500"/>
                  </a:lnTo>
                  <a:cubicBezTo>
                    <a:pt x="8412" y="63500"/>
                    <a:pt x="5500" y="62294"/>
                    <a:pt x="3353" y="60147"/>
                  </a:cubicBezTo>
                  <a:cubicBezTo>
                    <a:pt x="1206" y="58000"/>
                    <a:pt x="0" y="55088"/>
                    <a:pt x="0" y="52052"/>
                  </a:cubicBezTo>
                  <a:lnTo>
                    <a:pt x="0" y="11448"/>
                  </a:lnTo>
                  <a:cubicBezTo>
                    <a:pt x="0" y="8412"/>
                    <a:pt x="1206" y="5500"/>
                    <a:pt x="3353" y="3353"/>
                  </a:cubicBezTo>
                  <a:cubicBezTo>
                    <a:pt x="5500" y="1206"/>
                    <a:pt x="8412" y="0"/>
                    <a:pt x="11448" y="0"/>
                  </a:cubicBezTo>
                  <a:close/>
                </a:path>
              </a:pathLst>
            </a:custGeom>
            <a:solidFill>
              <a:srgbClr val="70A1BD">
                <a:alpha val="34902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6408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3028950"/>
            <a:ext cx="571500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What I decided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39000" y="3028950"/>
            <a:ext cx="571500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Why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372350"/>
            <a:ext cx="571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 full check once a week, not on every run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800475"/>
            <a:ext cx="571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USD as the base currency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4991100"/>
            <a:ext cx="571500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 rate for every day, also weekends and holidays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6181725"/>
            <a:ext cx="5715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A database, with a CSV file as backup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39000" y="7372350"/>
            <a:ext cx="1000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Checking the whole history every day was not needed. Daily runs look at the last 14 days. Every Monday the script checks everything.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39000" y="3800475"/>
            <a:ext cx="1000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My other reports need to convert data into one base currency. With every rate stored against USD, the conversion is always the same.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39000" y="4991100"/>
            <a:ext cx="1000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 learned this in Power BI: a day with no rate cannot be converted. Empty days use the last known rate and are flagged "filled"; market rates are flagged "raw".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39000" y="6181725"/>
            <a:ext cx="1000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I started with only a CSV file. Then I moved to a database and found Neon, a free PostgreSQL option. The CSV stayed as the backup.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8700" y="7239000"/>
            <a:ext cx="16230600" cy="19050"/>
            <a:chOff x="0" y="0"/>
            <a:chExt cx="21640800" cy="25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40800" cy="25400"/>
            </a:xfrm>
            <a:custGeom>
              <a:avLst/>
              <a:gdLst/>
              <a:ahLst/>
              <a:cxnLst/>
              <a:rect r="r" b="b" t="t" l="l"/>
              <a:pathLst>
                <a:path h="25400" w="21640800">
                  <a:moveTo>
                    <a:pt x="0" y="0"/>
                  </a:moveTo>
                  <a:lnTo>
                    <a:pt x="21640800" y="0"/>
                  </a:lnTo>
                  <a:lnTo>
                    <a:pt x="21640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70A1BD">
                <a:alpha val="34902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16408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70A1BD">
                <a:alpha val="14902"/>
              </a:srgbClr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70A1BD">
                <a:alpha val="21961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181100"/>
            <a:ext cx="1619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 and Debugging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134350"/>
            <a:ext cx="16192500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I log every issue in GitHub and then solve it. Getting the data was the easy part. Making it reliable was the real work.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857500"/>
            <a:ext cx="5181600" cy="4762500"/>
            <a:chOff x="0" y="0"/>
            <a:chExt cx="69088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088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908800">
                  <a:moveTo>
                    <a:pt x="35859" y="0"/>
                  </a:moveTo>
                  <a:lnTo>
                    <a:pt x="6872941" y="0"/>
                  </a:lnTo>
                  <a:cubicBezTo>
                    <a:pt x="6882451" y="0"/>
                    <a:pt x="6891572" y="3778"/>
                    <a:pt x="6898298" y="10503"/>
                  </a:cubicBezTo>
                  <a:cubicBezTo>
                    <a:pt x="6905022" y="17228"/>
                    <a:pt x="6908800" y="26348"/>
                    <a:pt x="6908800" y="35859"/>
                  </a:cubicBezTo>
                  <a:lnTo>
                    <a:pt x="6908800" y="6314141"/>
                  </a:lnTo>
                  <a:cubicBezTo>
                    <a:pt x="6908800" y="6323652"/>
                    <a:pt x="6905022" y="6332772"/>
                    <a:pt x="6898298" y="6339497"/>
                  </a:cubicBezTo>
                  <a:cubicBezTo>
                    <a:pt x="6891572" y="6346222"/>
                    <a:pt x="6882451" y="6350000"/>
                    <a:pt x="6872941" y="6350000"/>
                  </a:cubicBezTo>
                  <a:lnTo>
                    <a:pt x="35859" y="6350000"/>
                  </a:lnTo>
                  <a:cubicBezTo>
                    <a:pt x="26348" y="6350000"/>
                    <a:pt x="17228" y="6346222"/>
                    <a:pt x="10503" y="6339497"/>
                  </a:cubicBezTo>
                  <a:cubicBezTo>
                    <a:pt x="3778" y="6332772"/>
                    <a:pt x="0" y="6323652"/>
                    <a:pt x="0" y="6314141"/>
                  </a:cubicBezTo>
                  <a:lnTo>
                    <a:pt x="0" y="35859"/>
                  </a:lnTo>
                  <a:cubicBezTo>
                    <a:pt x="0" y="26348"/>
                    <a:pt x="3778" y="17228"/>
                    <a:pt x="10503" y="10503"/>
                  </a:cubicBezTo>
                  <a:cubicBezTo>
                    <a:pt x="17228" y="3778"/>
                    <a:pt x="26348" y="0"/>
                    <a:pt x="35859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9088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553200" y="2857500"/>
            <a:ext cx="5181600" cy="4762500"/>
            <a:chOff x="0" y="0"/>
            <a:chExt cx="69088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088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908800">
                  <a:moveTo>
                    <a:pt x="35859" y="0"/>
                  </a:moveTo>
                  <a:lnTo>
                    <a:pt x="6872941" y="0"/>
                  </a:lnTo>
                  <a:cubicBezTo>
                    <a:pt x="6882451" y="0"/>
                    <a:pt x="6891572" y="3778"/>
                    <a:pt x="6898298" y="10503"/>
                  </a:cubicBezTo>
                  <a:cubicBezTo>
                    <a:pt x="6905022" y="17228"/>
                    <a:pt x="6908800" y="26348"/>
                    <a:pt x="6908800" y="35859"/>
                  </a:cubicBezTo>
                  <a:lnTo>
                    <a:pt x="6908800" y="6314141"/>
                  </a:lnTo>
                  <a:cubicBezTo>
                    <a:pt x="6908800" y="6323652"/>
                    <a:pt x="6905022" y="6332772"/>
                    <a:pt x="6898298" y="6339497"/>
                  </a:cubicBezTo>
                  <a:cubicBezTo>
                    <a:pt x="6891572" y="6346222"/>
                    <a:pt x="6882451" y="6350000"/>
                    <a:pt x="6872941" y="6350000"/>
                  </a:cubicBezTo>
                  <a:lnTo>
                    <a:pt x="35859" y="6350000"/>
                  </a:lnTo>
                  <a:cubicBezTo>
                    <a:pt x="26348" y="6350000"/>
                    <a:pt x="17228" y="6346222"/>
                    <a:pt x="10503" y="6339497"/>
                  </a:cubicBezTo>
                  <a:cubicBezTo>
                    <a:pt x="3778" y="6332772"/>
                    <a:pt x="0" y="6323652"/>
                    <a:pt x="0" y="6314141"/>
                  </a:cubicBezTo>
                  <a:lnTo>
                    <a:pt x="0" y="35859"/>
                  </a:lnTo>
                  <a:cubicBezTo>
                    <a:pt x="0" y="26348"/>
                    <a:pt x="3778" y="17228"/>
                    <a:pt x="10503" y="10503"/>
                  </a:cubicBezTo>
                  <a:cubicBezTo>
                    <a:pt x="17228" y="3778"/>
                    <a:pt x="26348" y="0"/>
                    <a:pt x="35859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9088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077700" y="2857500"/>
            <a:ext cx="5181600" cy="4762500"/>
            <a:chOff x="0" y="0"/>
            <a:chExt cx="6908800" cy="635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9088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908800">
                  <a:moveTo>
                    <a:pt x="35859" y="0"/>
                  </a:moveTo>
                  <a:lnTo>
                    <a:pt x="6872941" y="0"/>
                  </a:lnTo>
                  <a:cubicBezTo>
                    <a:pt x="6882451" y="0"/>
                    <a:pt x="6891572" y="3778"/>
                    <a:pt x="6898298" y="10503"/>
                  </a:cubicBezTo>
                  <a:cubicBezTo>
                    <a:pt x="6905022" y="17228"/>
                    <a:pt x="6908800" y="26348"/>
                    <a:pt x="6908800" y="35859"/>
                  </a:cubicBezTo>
                  <a:lnTo>
                    <a:pt x="6908800" y="6314141"/>
                  </a:lnTo>
                  <a:cubicBezTo>
                    <a:pt x="6908800" y="6323652"/>
                    <a:pt x="6905022" y="6332772"/>
                    <a:pt x="6898298" y="6339497"/>
                  </a:cubicBezTo>
                  <a:cubicBezTo>
                    <a:pt x="6891572" y="6346222"/>
                    <a:pt x="6882451" y="6350000"/>
                    <a:pt x="6872941" y="6350000"/>
                  </a:cubicBezTo>
                  <a:lnTo>
                    <a:pt x="35859" y="6350000"/>
                  </a:lnTo>
                  <a:cubicBezTo>
                    <a:pt x="26348" y="6350000"/>
                    <a:pt x="17228" y="6346222"/>
                    <a:pt x="10503" y="6339497"/>
                  </a:cubicBezTo>
                  <a:cubicBezTo>
                    <a:pt x="3778" y="6332772"/>
                    <a:pt x="0" y="6323652"/>
                    <a:pt x="0" y="6314141"/>
                  </a:cubicBezTo>
                  <a:lnTo>
                    <a:pt x="0" y="35859"/>
                  </a:lnTo>
                  <a:cubicBezTo>
                    <a:pt x="0" y="26348"/>
                    <a:pt x="3778" y="17228"/>
                    <a:pt x="10503" y="10503"/>
                  </a:cubicBezTo>
                  <a:cubicBezTo>
                    <a:pt x="17228" y="3778"/>
                    <a:pt x="26348" y="0"/>
                    <a:pt x="35859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908800" cy="638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09700" y="3238500"/>
            <a:ext cx="2762250" cy="438150"/>
            <a:chOff x="0" y="0"/>
            <a:chExt cx="3683000" cy="584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83000" cy="584200"/>
            </a:xfrm>
            <a:custGeom>
              <a:avLst/>
              <a:gdLst/>
              <a:ahLst/>
              <a:cxnLst/>
              <a:rect r="r" b="b" t="t" l="l"/>
              <a:pathLst>
                <a:path h="584200" w="3683000">
                  <a:moveTo>
                    <a:pt x="28028" y="0"/>
                  </a:moveTo>
                  <a:lnTo>
                    <a:pt x="3654972" y="0"/>
                  </a:lnTo>
                  <a:cubicBezTo>
                    <a:pt x="3662406" y="0"/>
                    <a:pt x="3669535" y="2953"/>
                    <a:pt x="3674791" y="8209"/>
                  </a:cubicBezTo>
                  <a:cubicBezTo>
                    <a:pt x="3680047" y="13465"/>
                    <a:pt x="3683000" y="20594"/>
                    <a:pt x="3683000" y="28028"/>
                  </a:cubicBezTo>
                  <a:lnTo>
                    <a:pt x="3683000" y="556172"/>
                  </a:lnTo>
                  <a:cubicBezTo>
                    <a:pt x="3683000" y="563606"/>
                    <a:pt x="3680047" y="570735"/>
                    <a:pt x="3674791" y="575991"/>
                  </a:cubicBezTo>
                  <a:cubicBezTo>
                    <a:pt x="3669535" y="581247"/>
                    <a:pt x="3662406" y="584200"/>
                    <a:pt x="3654972" y="584200"/>
                  </a:cubicBezTo>
                  <a:lnTo>
                    <a:pt x="28028" y="584200"/>
                  </a:lnTo>
                  <a:cubicBezTo>
                    <a:pt x="20594" y="584200"/>
                    <a:pt x="13465" y="581247"/>
                    <a:pt x="8209" y="575991"/>
                  </a:cubicBezTo>
                  <a:cubicBezTo>
                    <a:pt x="2953" y="570735"/>
                    <a:pt x="0" y="563606"/>
                    <a:pt x="0" y="556172"/>
                  </a:cubicBezTo>
                  <a:lnTo>
                    <a:pt x="0" y="28028"/>
                  </a:lnTo>
                  <a:cubicBezTo>
                    <a:pt x="0" y="20594"/>
                    <a:pt x="2953" y="13465"/>
                    <a:pt x="8209" y="8209"/>
                  </a:cubicBezTo>
                  <a:cubicBezTo>
                    <a:pt x="13465" y="2953"/>
                    <a:pt x="20594" y="0"/>
                    <a:pt x="28028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36830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09700" y="3314700"/>
            <a:ext cx="2762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DAYS WITH NO DATA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934200" y="3238500"/>
            <a:ext cx="2381250" cy="438150"/>
            <a:chOff x="0" y="0"/>
            <a:chExt cx="3175000" cy="584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75000" cy="584200"/>
            </a:xfrm>
            <a:custGeom>
              <a:avLst/>
              <a:gdLst/>
              <a:ahLst/>
              <a:cxnLst/>
              <a:rect r="r" b="b" t="t" l="l"/>
              <a:pathLst>
                <a:path h="584200" w="3175000">
                  <a:moveTo>
                    <a:pt x="32512" y="0"/>
                  </a:moveTo>
                  <a:lnTo>
                    <a:pt x="3142488" y="0"/>
                  </a:lnTo>
                  <a:cubicBezTo>
                    <a:pt x="3151111" y="0"/>
                    <a:pt x="3159380" y="3425"/>
                    <a:pt x="3165478" y="9523"/>
                  </a:cubicBezTo>
                  <a:cubicBezTo>
                    <a:pt x="3171575" y="15620"/>
                    <a:pt x="3175000" y="23889"/>
                    <a:pt x="3175000" y="32512"/>
                  </a:cubicBezTo>
                  <a:lnTo>
                    <a:pt x="3175000" y="551688"/>
                  </a:lnTo>
                  <a:cubicBezTo>
                    <a:pt x="3175000" y="560311"/>
                    <a:pt x="3171575" y="568580"/>
                    <a:pt x="3165478" y="574677"/>
                  </a:cubicBezTo>
                  <a:cubicBezTo>
                    <a:pt x="3159380" y="580775"/>
                    <a:pt x="3151111" y="584200"/>
                    <a:pt x="3142488" y="584200"/>
                  </a:cubicBezTo>
                  <a:lnTo>
                    <a:pt x="32512" y="584200"/>
                  </a:lnTo>
                  <a:cubicBezTo>
                    <a:pt x="23889" y="584200"/>
                    <a:pt x="15620" y="580775"/>
                    <a:pt x="9523" y="574677"/>
                  </a:cubicBezTo>
                  <a:cubicBezTo>
                    <a:pt x="3425" y="568580"/>
                    <a:pt x="0" y="560311"/>
                    <a:pt x="0" y="551688"/>
                  </a:cubicBezTo>
                  <a:lnTo>
                    <a:pt x="0" y="32512"/>
                  </a:lnTo>
                  <a:cubicBezTo>
                    <a:pt x="0" y="14556"/>
                    <a:pt x="14556" y="0"/>
                    <a:pt x="32512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1750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934200" y="3314700"/>
            <a:ext cx="2381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DUPLICATE DATA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458700" y="3238500"/>
            <a:ext cx="2095500" cy="438150"/>
            <a:chOff x="0" y="0"/>
            <a:chExt cx="2794000" cy="584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94000" cy="584200"/>
            </a:xfrm>
            <a:custGeom>
              <a:avLst/>
              <a:gdLst/>
              <a:ahLst/>
              <a:cxnLst/>
              <a:rect r="r" b="b" t="t" l="l"/>
              <a:pathLst>
                <a:path h="584200" w="2794000">
                  <a:moveTo>
                    <a:pt x="36945" y="0"/>
                  </a:moveTo>
                  <a:lnTo>
                    <a:pt x="2757055" y="0"/>
                  </a:lnTo>
                  <a:cubicBezTo>
                    <a:pt x="2777459" y="0"/>
                    <a:pt x="2794000" y="16541"/>
                    <a:pt x="2794000" y="36945"/>
                  </a:cubicBezTo>
                  <a:lnTo>
                    <a:pt x="2794000" y="547255"/>
                  </a:lnTo>
                  <a:cubicBezTo>
                    <a:pt x="2794000" y="567659"/>
                    <a:pt x="2777459" y="584200"/>
                    <a:pt x="2757055" y="584200"/>
                  </a:cubicBezTo>
                  <a:lnTo>
                    <a:pt x="36945" y="584200"/>
                  </a:lnTo>
                  <a:cubicBezTo>
                    <a:pt x="16541" y="584200"/>
                    <a:pt x="0" y="567659"/>
                    <a:pt x="0" y="547255"/>
                  </a:cubicBezTo>
                  <a:lnTo>
                    <a:pt x="0" y="36945"/>
                  </a:lnTo>
                  <a:cubicBezTo>
                    <a:pt x="0" y="16541"/>
                    <a:pt x="16541" y="0"/>
                    <a:pt x="36945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7940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2458700" y="3314700"/>
            <a:ext cx="2095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5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WRONG VALUES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9700" y="3962400"/>
            <a:ext cx="44196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Some days were missing from the data completely.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34200" y="3962400"/>
            <a:ext cx="44196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The same date and currency appeared more than once.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58700" y="3962400"/>
            <a:ext cx="441960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30"/>
              </a:lnSpc>
              <a:spcBef>
                <a:spcPct val="0"/>
              </a:spcBef>
            </a:pPr>
            <a:r>
              <a:rPr lang="en-US" b="true" sz="21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Some days were filled before the real rate arrived, so the value was wrong.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09700" y="5686425"/>
            <a:ext cx="4381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The fix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934200" y="5686425"/>
            <a:ext cx="4381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The fix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58700" y="5686425"/>
            <a:ext cx="4381500" cy="27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The fix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09700" y="6048375"/>
            <a:ext cx="43815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Every Monday the script checks the whole history for missing days and loads them again. Daily runs check the last 14 days.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934200" y="6048375"/>
            <a:ext cx="43815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 unique key on date and currency. Existing rows are updated, not added again.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58700" y="6048375"/>
            <a:ext cx="438150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10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Filled rates from the last 7 days are checked again on every run, and replaced when the real rate arrives.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70A1BD">
                <a:alpha val="14902"/>
              </a:srgbClr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70A1BD">
                <a:alpha val="21961"/>
              </a:srgbClr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239500" y="2428875"/>
            <a:ext cx="47625" cy="1905000"/>
            <a:chOff x="0" y="0"/>
            <a:chExt cx="635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35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39500" y="4762500"/>
            <a:ext cx="47625" cy="1905000"/>
            <a:chOff x="0" y="0"/>
            <a:chExt cx="635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63500" cy="256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39500" y="7096125"/>
            <a:ext cx="47625" cy="1905000"/>
            <a:chOff x="0" y="0"/>
            <a:chExt cx="63500" cy="254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63500">
                  <a:moveTo>
                    <a:pt x="0" y="0"/>
                  </a:moveTo>
                  <a:lnTo>
                    <a:pt x="63500" y="0"/>
                  </a:lnTo>
                  <a:lnTo>
                    <a:pt x="63500" y="2540000"/>
                  </a:lnTo>
                  <a:lnTo>
                    <a:pt x="0" y="2540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63500" cy="2568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1181100"/>
            <a:ext cx="161925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28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Final Result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44300" y="2257425"/>
            <a:ext cx="10477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44300" y="4591050"/>
            <a:ext cx="10477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544300" y="6924675"/>
            <a:ext cx="104775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  <a:spcBef>
                <a:spcPct val="0"/>
              </a:spcBef>
            </a:pPr>
            <a:r>
              <a:rPr lang="en-US" b="true" sz="75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68250" y="2486025"/>
            <a:ext cx="457200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FX rates in one live report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8250" y="4819650"/>
            <a:ext cx="457200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steps from source to report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68250" y="7153275"/>
            <a:ext cx="457200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b="true" sz="195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</a:rPr>
              <a:t>quality flags on every rate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68250" y="3257550"/>
            <a:ext cx="4572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GBP/USD and EUR/USD come from the market. GBP/EUR is calculated from both.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668250" y="5591175"/>
            <a:ext cx="457200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The job runs every day at 18:00 UTC and alerts me only if it fails. Data Studio refreshes the report once a day.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68250" y="7924800"/>
            <a:ext cx="45720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Raw for a market rate, filled for a rate carried forward on a weekend or holiday.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477375"/>
            <a:ext cx="16192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EFF1E8"/>
                </a:solidFill>
                <a:latin typeface="Poppins Bold"/>
                <a:ea typeface="Poppins Bold"/>
                <a:cs typeface="Poppins Bold"/>
                <a:sym typeface="Poppins Bold"/>
                <a:hlinkClick r:id="rId2" tooltip="https://datastudio.google.com/s/sC5tlwXPGVI"/>
              </a:rPr>
              <a:t>See the live report: https://datastudio.google.com/s/sC5tlwXPGVI</a:t>
            </a:r>
          </a:p>
        </p:txBody>
      </p:sp>
      <p:sp>
        <p:nvSpPr>
          <p:cNvPr name="Freeform 22" id="22" descr="Screenshot of the FX rates report in Google Data Studio"/>
          <p:cNvSpPr/>
          <p:nvPr/>
        </p:nvSpPr>
        <p:spPr>
          <a:xfrm flipH="false" flipV="false" rot="0">
            <a:off x="1028700" y="2381250"/>
            <a:ext cx="9639300" cy="6858000"/>
          </a:xfrm>
          <a:custGeom>
            <a:avLst/>
            <a:gdLst/>
            <a:ahLst/>
            <a:cxnLst/>
            <a:rect r="r" b="b" t="t" l="l"/>
            <a:pathLst>
              <a:path h="6858000" w="9639300">
                <a:moveTo>
                  <a:pt x="0" y="0"/>
                </a:moveTo>
                <a:lnTo>
                  <a:pt x="9639300" y="0"/>
                </a:lnTo>
                <a:lnTo>
                  <a:pt x="96393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" t="0" r="-14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430500" y="-2095500"/>
            <a:ext cx="4191000" cy="4191000"/>
            <a:chOff x="0" y="0"/>
            <a:chExt cx="5588000" cy="5588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287500" y="666750"/>
            <a:ext cx="1047750" cy="1047750"/>
            <a:chOff x="0" y="0"/>
            <a:chExt cx="1397000" cy="139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1500" y="0"/>
            <a:ext cx="10096500" cy="10287000"/>
            <a:chOff x="0" y="0"/>
            <a:chExt cx="13462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6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462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48750" y="2857500"/>
            <a:ext cx="8210550" cy="47625"/>
            <a:chOff x="0" y="0"/>
            <a:chExt cx="10947400" cy="63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48750" y="5048250"/>
            <a:ext cx="8210550" cy="47625"/>
            <a:chOff x="0" y="0"/>
            <a:chExt cx="10947400" cy="63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48750" y="7239000"/>
            <a:ext cx="8210550" cy="47625"/>
            <a:chOff x="0" y="0"/>
            <a:chExt cx="10947400" cy="63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47400" cy="63500"/>
            </a:xfrm>
            <a:custGeom>
              <a:avLst/>
              <a:gdLst/>
              <a:ahLst/>
              <a:cxnLst/>
              <a:rect r="r" b="b" t="t" l="l"/>
              <a:pathLst>
                <a:path h="63500" w="10947400">
                  <a:moveTo>
                    <a:pt x="22630" y="0"/>
                  </a:moveTo>
                  <a:lnTo>
                    <a:pt x="10924770" y="0"/>
                  </a:lnTo>
                  <a:cubicBezTo>
                    <a:pt x="10930772" y="0"/>
                    <a:pt x="10936528" y="2384"/>
                    <a:pt x="10940772" y="6628"/>
                  </a:cubicBezTo>
                  <a:cubicBezTo>
                    <a:pt x="10945016" y="10872"/>
                    <a:pt x="10947400" y="16628"/>
                    <a:pt x="10947400" y="22630"/>
                  </a:cubicBezTo>
                  <a:lnTo>
                    <a:pt x="10947400" y="40870"/>
                  </a:lnTo>
                  <a:cubicBezTo>
                    <a:pt x="10947400" y="46872"/>
                    <a:pt x="10945016" y="52628"/>
                    <a:pt x="10940772" y="56872"/>
                  </a:cubicBezTo>
                  <a:cubicBezTo>
                    <a:pt x="10936528" y="61116"/>
                    <a:pt x="10930772" y="63500"/>
                    <a:pt x="10924770" y="63500"/>
                  </a:cubicBezTo>
                  <a:lnTo>
                    <a:pt x="22630" y="63500"/>
                  </a:lnTo>
                  <a:cubicBezTo>
                    <a:pt x="16628" y="63500"/>
                    <a:pt x="10872" y="61116"/>
                    <a:pt x="6628" y="56872"/>
                  </a:cubicBezTo>
                  <a:cubicBezTo>
                    <a:pt x="2384" y="52628"/>
                    <a:pt x="0" y="46872"/>
                    <a:pt x="0" y="40870"/>
                  </a:cubicBezTo>
                  <a:lnTo>
                    <a:pt x="0" y="22630"/>
                  </a:lnTo>
                  <a:cubicBezTo>
                    <a:pt x="0" y="16628"/>
                    <a:pt x="2384" y="10872"/>
                    <a:pt x="6628" y="6628"/>
                  </a:cubicBezTo>
                  <a:cubicBezTo>
                    <a:pt x="10872" y="2384"/>
                    <a:pt x="16628" y="0"/>
                    <a:pt x="22630" y="0"/>
                  </a:cubicBezTo>
                  <a:close/>
                </a:path>
              </a:pathLst>
            </a:custGeom>
            <a:solidFill>
              <a:srgbClr val="70A1B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47400" cy="101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171575"/>
            <a:ext cx="6667500" cy="1406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7"/>
              </a:lnSpc>
              <a:spcBef>
                <a:spcPct val="0"/>
              </a:spcBef>
            </a:pPr>
            <a:r>
              <a:rPr lang="en-US" b="true" sz="5025" strike="noStrike" u="non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Four Questions, Answered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3362325"/>
            <a:ext cx="6286500" cy="252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AI helped me with my gaps on the most technical side: the code and the connections.</a:t>
            </a: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Testing, debugging and the decisions stayed with me.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48750" y="113347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10800" y="1228725"/>
            <a:ext cx="7048500" cy="74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Free FX data: the Frankfurter API, a public source of daily rates at no cost.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48750" y="332422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10800" y="3419475"/>
            <a:ext cx="7048500" cy="746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Using an API: one request from a Python script brings the rates in, ready to clean and store.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48750" y="551497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10800" y="5610225"/>
            <a:ext cx="7048500" cy="111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AI: it wrote the code from my instructions and helped me solve each issue. I tested, debugged and decided.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48750" y="7705725"/>
            <a:ext cx="95250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425"/>
              </a:lnSpc>
              <a:spcBef>
                <a:spcPct val="0"/>
              </a:spcBef>
              <a:buAutoNum type="arabicPeriod" startAt="1"/>
            </a:pPr>
            <a:r>
              <a:rPr lang="en-US" b="true" sz="6750" strike="noStrike" u="none">
                <a:solidFill>
                  <a:srgbClr val="70A1BD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10800" y="7800975"/>
            <a:ext cx="7048500" cy="111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  <a:buAutoNum type="arabicPeriod" startAt="1"/>
            </a:pPr>
            <a:r>
              <a:rPr lang="en-US" sz="2100" strike="noStrike" u="none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Running by itself: GitHub Actions runs the script every day and alerts me if it fails. Data Studio refreshes the report once a day.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-2095500" y="8191500"/>
            <a:ext cx="4191000" cy="4191000"/>
            <a:chOff x="0" y="0"/>
            <a:chExt cx="5588000" cy="558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8000" cy="5588000"/>
            </a:xfrm>
            <a:custGeom>
              <a:avLst/>
              <a:gdLst/>
              <a:ahLst/>
              <a:cxnLst/>
              <a:rect r="r" b="b" t="t" l="l"/>
              <a:pathLst>
                <a:path h="5588000" w="5588000">
                  <a:moveTo>
                    <a:pt x="2794000" y="0"/>
                  </a:moveTo>
                  <a:cubicBezTo>
                    <a:pt x="1250916" y="0"/>
                    <a:pt x="0" y="1250916"/>
                    <a:pt x="0" y="2794000"/>
                  </a:cubicBezTo>
                  <a:cubicBezTo>
                    <a:pt x="0" y="4337083"/>
                    <a:pt x="1250916" y="5588000"/>
                    <a:pt x="2794000" y="5588000"/>
                  </a:cubicBezTo>
                  <a:cubicBezTo>
                    <a:pt x="4337083" y="5588000"/>
                    <a:pt x="5588000" y="4337083"/>
                    <a:pt x="5588000" y="2794000"/>
                  </a:cubicBezTo>
                  <a:cubicBezTo>
                    <a:pt x="5588000" y="1250916"/>
                    <a:pt x="4337083" y="0"/>
                    <a:pt x="2794000" y="0"/>
                  </a:cubicBezTo>
                  <a:close/>
                </a:path>
              </a:pathLst>
            </a:custGeom>
            <a:solidFill>
              <a:srgbClr val="EFF1E8">
                <a:alpha val="14902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588000" cy="562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381250" y="8572500"/>
            <a:ext cx="1047750" cy="1047750"/>
            <a:chOff x="0" y="0"/>
            <a:chExt cx="1397000" cy="1397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7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397000">
                  <a:moveTo>
                    <a:pt x="698500" y="0"/>
                  </a:moveTo>
                  <a:cubicBezTo>
                    <a:pt x="312729" y="0"/>
                    <a:pt x="0" y="312729"/>
                    <a:pt x="0" y="698500"/>
                  </a:cubicBezTo>
                  <a:cubicBezTo>
                    <a:pt x="0" y="1084271"/>
                    <a:pt x="312729" y="1397000"/>
                    <a:pt x="698500" y="1397000"/>
                  </a:cubicBezTo>
                  <a:cubicBezTo>
                    <a:pt x="1084271" y="1397000"/>
                    <a:pt x="1397000" y="1084271"/>
                    <a:pt x="1397000" y="698500"/>
                  </a:cubicBezTo>
                  <a:cubicBezTo>
                    <a:pt x="1397000" y="312729"/>
                    <a:pt x="1084271" y="0"/>
                    <a:pt x="698500" y="0"/>
                  </a:cubicBezTo>
                  <a:close/>
                </a:path>
              </a:pathLst>
            </a:custGeom>
            <a:solidFill>
              <a:srgbClr val="EFF1E8">
                <a:alpha val="21961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397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DAHXIeTYUlE</dc:identifier>
  <dcterms:modified xsi:type="dcterms:W3CDTF">2011-08-01T06:04:30Z</dcterms:modified>
  <cp:revision>1</cp:revision>
  <dc:title>Daily FX Rates</dc:title>
</cp:coreProperties>
</file>